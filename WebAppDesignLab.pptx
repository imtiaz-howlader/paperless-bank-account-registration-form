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5070348"/>
            <a:ext cx="3200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3314700"/>
            <a:ext cx="7315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Application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Lab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Opening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3063240"/>
            <a:ext cx="4572000" cy="36576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46120"/>
            <a:ext cx="6949440" cy="1463040"/>
          </a:xfrm>
          <a:prstGeom prst="rect">
            <a:avLst/>
          </a:prstGeom>
          <a:solidFill>
            <a:srgbClr val="10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2918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— Section 2B1 &amp; 2B2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63931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Imtiaz Howlader   |   ID: 1087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96849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Hossain Adnan    |   ID: 1073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Sadekur Rahman Nayem |   ID: 1070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3774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8686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web form for opening bank accounts. Built with plain HTML, CSS &amp; JavaScript — no frameworks.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56716" y="2496312"/>
            <a:ext cx="45720" cy="310896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0720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7797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Nominee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6716" y="3154680"/>
            <a:ext cx="45720" cy="310896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46557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4381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Submit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6716" y="3813048"/>
            <a:ext cx="45720" cy="310896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12394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28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108960" y="713232"/>
            <a:ext cx="57607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896112"/>
            <a:ext cx="5760720" cy="685800"/>
          </a:xfrm>
          <a:prstGeom prst="rect">
            <a:avLst/>
          </a:prstGeom>
          <a:solidFill>
            <a:srgbClr val="DAEAF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896112"/>
            <a:ext cx="82296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89611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51960" y="8961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multi-step bank account opening form.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08960" y="1691640"/>
            <a:ext cx="5760720" cy="685800"/>
          </a:xfrm>
          <a:prstGeom prst="rect">
            <a:avLst/>
          </a:prstGeom>
          <a:solidFill>
            <a:srgbClr val="DAEAF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1691640"/>
            <a:ext cx="82296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16916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16916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financial, and nominee information.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2487168"/>
            <a:ext cx="5760720" cy="685800"/>
          </a:xfrm>
          <a:prstGeom prst="rect">
            <a:avLst/>
          </a:prstGeom>
          <a:solidFill>
            <a:srgbClr val="DAEAF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2487168"/>
            <a:ext cx="82296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248716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51960" y="24871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between steps using JavaScript.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08960" y="3282696"/>
            <a:ext cx="5760720" cy="685800"/>
          </a:xfrm>
          <a:prstGeom prst="rect">
            <a:avLst/>
          </a:prstGeom>
          <a:solidFill>
            <a:srgbClr val="DAEAF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3282696"/>
            <a:ext cx="82296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5264" y="328269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51960" y="328269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with custom CSS styling.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08960" y="4078224"/>
            <a:ext cx="5760720" cy="685800"/>
          </a:xfrm>
          <a:prstGeom prst="rect">
            <a:avLst/>
          </a:prstGeom>
          <a:solidFill>
            <a:srgbClr val="DAEAF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0" y="4078224"/>
            <a:ext cx="82296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5264" y="407822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51960" y="40782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screen with account number &amp; PIN.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5720"/>
            <a:ext cx="2743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82112" y="45720"/>
            <a:ext cx="2743200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82112" y="45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1344" y="45720"/>
            <a:ext cx="2743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81344" y="45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530352"/>
            <a:ext cx="2743200" cy="4434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594360"/>
            <a:ext cx="2596896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step1.html --&gt;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&lt;option&gt;e-Saver&lt;/option&gt;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&lt;option&gt;Savings&lt;/option&gt;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bank.js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goToStep2() {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window.location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.href='step2.html';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bank.css */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8C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 background: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8C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#1a4d8c; color: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8C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white; width: 100%;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8C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border-radius: 5px;}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530352"/>
            <a:ext cx="2743200" cy="4434840"/>
          </a:xfrm>
          <a:prstGeom prst="rect">
            <a:avLst/>
          </a:prstGeom>
          <a:solidFill>
            <a:srgbClr val="1A3A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594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D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UITS Bank Account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896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Personal &amp; Identity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216152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16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Account Type 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3552" y="1664208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664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2112264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112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73552" y="2560320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73552" y="3008376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083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Name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3456432"/>
            <a:ext cx="259689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456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73552" y="4023360"/>
            <a:ext cx="2596896" cy="365760"/>
          </a:xfrm>
          <a:prstGeom prst="rect">
            <a:avLst/>
          </a:prstGeom>
          <a:solidFill>
            <a:srgbClr val="1A4D8C"/>
          </a:solidFill>
          <a:ln w="12700">
            <a:solidFill>
              <a:srgbClr val="1A4D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402336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Page 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4462272"/>
            <a:ext cx="2596896" cy="438912"/>
          </a:xfrm>
          <a:prstGeom prst="rect">
            <a:avLst/>
          </a:prstGeom>
          <a:solidFill>
            <a:srgbClr val="E6FFE6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44805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Account: 043252051010  |  PIN: 707387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530352"/>
            <a:ext cx="2743200" cy="4434840"/>
          </a:xfrm>
          <a:prstGeom prst="rect">
            <a:avLst/>
          </a:prstGeom>
          <a:solidFill>
            <a:srgbClr val="1C1A0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621792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6217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93408" y="62179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4-step account form using HTML, CSS &amp; JS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91072" y="1289304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2893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93408" y="1289304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file inputs, dropdowns, radio buttons &amp; checkboxes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91072" y="1956816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93408" y="1956816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smooth step navigation with bank.js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2624328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6243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93408" y="2624328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consistently with bank.css (responsive &amp; clean)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291840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2918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93408" y="3291840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account number &amp; PIN on successful submission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3959352"/>
            <a:ext cx="2596896" cy="566928"/>
          </a:xfrm>
          <a:prstGeom prst="rect">
            <a:avLst/>
          </a:prstGeom>
          <a:solidFill>
            <a:srgbClr val="2A18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9593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693408" y="395935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Add validation, OTP, and backend integration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Design Lab</dc:title>
  <dc:subject>PptxGenJS Presentation</dc:subject>
  <dc:creator>PptxGenJS</dc:creator>
  <cp:lastModifiedBy>PptxGenJS</cp:lastModifiedBy>
  <cp:revision>1</cp:revision>
  <dcterms:created xsi:type="dcterms:W3CDTF">2026-05-19T17:24:12Z</dcterms:created>
  <dcterms:modified xsi:type="dcterms:W3CDTF">2026-05-19T17:24:12Z</dcterms:modified>
</cp:coreProperties>
</file>